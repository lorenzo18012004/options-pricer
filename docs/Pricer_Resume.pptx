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1 of 11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5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OPTIONS PRICER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E2E8F0"/>
                </a:solidFill>
              </a:defRPr>
            </a:pPr>
            <a:r>
              <a:t>Documentation complète — Résumé exécutif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2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Objectif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Pricer d'options développé from scratch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Couvre : vanilles, stratégies vol, barrières, swaps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Données live Yahoo Finance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Projet pédagogique et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3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core/ : Black-Scholes, Heston, IV solver, courbes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models/ : Binomial, Monte Carlo, SVI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instruments/ : Options, barrières, swaps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data/ : Yahoo Finance, nettoyage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pages/ : Interface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4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Conventions de marché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Maturité : jours calendaires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Day count : ACT/365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T = jours_restants / 365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Vol historique : fenêtre adaptée à la maturité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5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Modèles de pricing — Options vanilles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Black-Scholes-Merton : européennes, dividendes (q)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Heston : volatilité stochastique, smile/skew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Monte Carlo : Euler + antithetic variates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Binomial CRR : américaines (200 steps)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SVI : lissage du smile de volatilité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6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Greeks et IV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1er ordre : Delta, Gamma, Vega, Theta, Rho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2nd ordre : Vanna, Volga, Charm, Speed, Color, Zomma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Solveur IV : Newton-Raphson + Brent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P&amp;L attribution : décomposition Delta, Gamma, Vega, Theta, Vanna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7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Options barrières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Knock-in / Knock-out, Down / Up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Pricing : Monte Carlo + Brownian bridge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Détection du franchissement intra-step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Parité in + out = vanilla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8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Swaps de taux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Courbe : 4 points Treasury (3M, 5Y, 10Y, 30Y)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Bootstrap par yields → zero-curve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NPV, DV01, Par rate, Key-rate risk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Hedge sizing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9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Qualité et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Contrôles no-arbitrage : monotonie, convexité, put-call parity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42 tests pytest : BSM, IV, binomial, MC, Heston, barrières, courbe, swap, DataCleaner, SVI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Filtrage moneyness 0.80-1.20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10 of 11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Python, NumPy, SciPy, Pandas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yfinance (données)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Streamlit (UI), Plotly (graphiques)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 pytest (tests)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t>— 11 of 11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5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E2E8F0"/>
                </a:solidFill>
              </a:defRPr>
            </a:pPr>
            <a:r>
              <a:t>Documentation complète disponible dans le Word associé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